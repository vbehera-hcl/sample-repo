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27432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914400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09728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Nautilus EC2 Web Server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AWS CLI Commands for Nginx Deployment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Nautilus DevOps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Create an EC2 instance to serve as a web server for Nautilus project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Instance Name: nautilus-ec2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Web Server: Nginx - High-performance HTTP server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AMI: Ubuntu 22.04 LTS - Stable and well-supported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Security: HTTP traffic allowed on port 80 from internet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Automation: User data script for automatic Nginx installation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Infrastructure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EC2 Instance (t2.micro) - Cost-effective for initial setup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Ubuntu 22.04 LTS AMI - Long-term support with latest security patches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Security Group (nautilus-web-sg) - Controls inbound/outbound traffic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Nginx Web Server - Lightweight, high-performance HTTP server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User Data Script - Automates server configuration on launch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1: Create Security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Create a security group to control network access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Group Name: nautilus-web-sg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2286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329184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29184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BB2BF"/>
                </a:solidFill>
                <a:latin typeface="Consolas"/>
              </a:defRPr>
            </a:pPr>
            <a:r>
              <a:t>aws ec2 create-security-group \</a:t>
            </a:r>
            <a:br/>
            <a:r>
              <a:t>    --group-name nautilus-web-sg \</a:t>
            </a:r>
            <a:br/>
            <a:r>
              <a:t>    --description "Security group for Nautilus web server"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2: Configure Inbound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Allow HTTP traffic on port 80 from the internet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CIDR 0.0.0.0/0 allows access from any IP 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2286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329184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29184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BB2BF"/>
                </a:solidFill>
                <a:latin typeface="Consolas"/>
              </a:defRPr>
            </a:pPr>
            <a:r>
              <a:t>aws ec2 authorize-security-group-ingress \</a:t>
            </a:r>
            <a:br/>
            <a:r>
              <a:t>    --group-name nautilus-web-sg \</a:t>
            </a:r>
            <a:br/>
            <a:r>
              <a:t>    --protocol tcp \</a:t>
            </a:r>
            <a:br/>
            <a:r>
              <a:t>    --port 80 \</a:t>
            </a:r>
            <a:br/>
            <a:r>
              <a:t>    --cidr 0.0.0.0/0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3: Launch EC2 Instance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Launch Ubuntu EC2 instance with Nginx user data script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Instance tagged as 'nautilus-ec2' for easy identification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2286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329184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29184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BB2BF"/>
                </a:solidFill>
                <a:latin typeface="Consolas"/>
              </a:defRPr>
            </a:pPr>
            <a:r>
              <a:t>aws ec2 run-instances \</a:t>
            </a:r>
            <a:br/>
            <a:r>
              <a:t>    --image-id ami-0c7217cdde317cfec \</a:t>
            </a:r>
            <a:br/>
            <a:r>
              <a:t>    --instance-type t2.micro \</a:t>
            </a:r>
            <a:br/>
            <a:r>
              <a:t>    --security-groups nautilus-web-sg \</a:t>
            </a:r>
            <a:br/>
            <a:r>
              <a:t>    --tag-specifications 'ResourceType=instance,</a:t>
            </a:r>
            <a:br/>
            <a:r>
              <a:t>        Tags=[{Key=Name,Value=nautilus-ec2}]' \</a:t>
            </a:r>
            <a:br/>
            <a:r>
              <a:t>    --user-data '#!/bin/bash</a:t>
            </a:r>
            <a:br/>
            <a:r>
              <a:t>        apt-get update -y &amp;&amp; apt-get install -y nginx</a:t>
            </a:r>
            <a:br/>
            <a:r>
              <a:t>        systemctl start nginx &amp;&amp; systemctl enable nginx' \</a:t>
            </a:r>
            <a:br/>
            <a:r>
              <a:t>    --count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Data Script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#!/bin/bash - Specifies bash shell interpreter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apt-get update -y - Updates package repository index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apt-get install -y nginx - Installs Nginx web server package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systemctl start nginx - Starts the Nginx service immediately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systemctl enable nginx - Enables Nginx to start on system boot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Verification &amp;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Check instance status and retrieve public IP address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Access Nginx default page via web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2286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329184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29184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BB2BF"/>
                </a:solidFill>
                <a:latin typeface="Consolas"/>
              </a:defRPr>
            </a:pPr>
            <a:r>
              <a:t># Verify instance is running</a:t>
            </a:r>
            <a:br/>
            <a:r>
              <a:t>aws ec2 describe-instances \</a:t>
            </a:r>
            <a:br/>
            <a:r>
              <a:t>    --filters "Name=tag:Name,Values=nautilus-ec2" \</a:t>
            </a:r>
            <a:br/>
            <a:r>
              <a:t>    --query 'Reservations[*].Instances[*].</a:t>
            </a:r>
            <a:br/>
            <a:r>
              <a:t>        [InstanceId,State.Name,PublicIpAddress]' \</a:t>
            </a:r>
            <a:br/>
            <a:r>
              <a:t>    --output table</a:t>
            </a:r>
            <a:br/>
            <a:br/>
            <a:r>
              <a:t># Access in browser: http://&lt;public-ip-address&gt;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Important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Ensure AWS CLI is configured with proper credentials (aws configure)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Replace AMI ID with appropriate one for your AWS region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For VPC setup: use --vpc-id and --subnet-id parameters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Use --security-group-ids instead of --security-groups in VPC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Instance may take 2-3 minutes to be fully accessible after launch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Ubuntu AMIs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Use AWS CLI to find the latest Ubuntu AMI for your region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Canonical (099720109477) is the official Ubuntu publisher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2286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329184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29184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BB2BF"/>
                </a:solidFill>
                <a:latin typeface="Consolas"/>
              </a:defRPr>
            </a:pPr>
            <a:r>
              <a:t>aws ec2 describe-images \</a:t>
            </a:r>
            <a:br/>
            <a:r>
              <a:t>    --owners 099720109477 \</a:t>
            </a:r>
            <a:br/>
            <a:r>
              <a:t>    --filters "Name=name,Values=ubuntu/images/hvm-ssd/</a:t>
            </a:r>
            <a:br/>
            <a:r>
              <a:t>        ubuntu-jammy-22.04-amd64-server-*" \</a:t>
            </a:r>
            <a:br/>
            <a:r>
              <a:t>    --query 'Images[*].[ImageId,Name]' \</a:t>
            </a:r>
            <a:br/>
            <a:r>
              <a:t>    --output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Nautilus DevOps Team | AWS Infrastructure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Created security group allowing HTTP traffic on port 80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Launched Ubuntu EC2 instance named 'nautilus-ec2'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Automated Nginx installation via user data script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Web server accessible from the internet immediately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9800"/>
                </a:solidFill>
              </a:rPr>
              <a:t>▸ </a:t>
            </a:r>
            <a:r>
              <a:rPr sz="1600">
                <a:solidFill>
                  <a:srgbClr val="3C3C3C"/>
                </a:solidFill>
              </a:rPr>
              <a:t>Ready for Nautilus project deployment 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